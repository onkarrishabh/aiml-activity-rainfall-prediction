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457200" y="228600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1463040" y="429768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2468880" y="630936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3474720" y="228600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4480560" y="429768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5486400" y="630936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492240" y="228600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7498080" y="429768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8503920" y="630936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9509760" y="228600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10515600" y="429768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11521440" y="630936"/>
            <a:ext cx="82296" cy="82296"/>
          </a:xfrm>
          <a:prstGeom prst="ellipse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235852" y="930357"/>
            <a:ext cx="690124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2304B"/>
                </a:solidFill>
              </a:defRPr>
            </a:pPr>
            <a:r>
              <a:rPr dirty="0"/>
              <a:t>🌧️ </a:t>
            </a:r>
            <a:r>
              <a:rPr sz="6000" dirty="0"/>
              <a:t>Rainfall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3751" y="1923717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678AA"/>
                </a:solidFill>
              </a:defRPr>
            </a:pPr>
            <a:r>
              <a:rPr dirty="0"/>
              <a:t>Using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3891" y="3365259"/>
            <a:ext cx="5031177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232D37"/>
                </a:solidFill>
              </a:defRPr>
            </a:pPr>
            <a:r>
              <a:rPr lang="en-US" sz="2400" b="1" dirty="0">
                <a:latin typeface="+mj-lt"/>
              </a:rPr>
              <a:t>Presented by:</a:t>
            </a:r>
          </a:p>
          <a:p>
            <a:pPr algn="ctr">
              <a:defRPr sz="1700">
                <a:solidFill>
                  <a:srgbClr val="232D37"/>
                </a:solidFill>
              </a:defRPr>
            </a:pPr>
            <a:r>
              <a:rPr lang="en-US" sz="2000" dirty="0"/>
              <a:t>Gaurav Nugurwar            (DS80)</a:t>
            </a:r>
          </a:p>
          <a:p>
            <a:pPr algn="ctr">
              <a:defRPr sz="1700">
                <a:solidFill>
                  <a:srgbClr val="232D37"/>
                </a:solidFill>
              </a:defRPr>
            </a:pPr>
            <a:r>
              <a:rPr lang="en-US" sz="2000" dirty="0"/>
              <a:t>Rishabh Onkar                  (DS81)</a:t>
            </a:r>
          </a:p>
          <a:p>
            <a:pPr algn="ctr">
              <a:defRPr sz="1700">
                <a:solidFill>
                  <a:srgbClr val="232D37"/>
                </a:solidFill>
              </a:defRPr>
            </a:pPr>
            <a:r>
              <a:rPr lang="en-US" sz="2000" dirty="0"/>
              <a:t>Samruddhi Pachapohar   (DS82)</a:t>
            </a:r>
          </a:p>
          <a:p>
            <a:pPr algn="ctr">
              <a:defRPr sz="1700">
                <a:solidFill>
                  <a:srgbClr val="232D37"/>
                </a:solidFill>
              </a:defRPr>
            </a:pPr>
            <a:r>
              <a:rPr lang="en-US" sz="2000" dirty="0"/>
              <a:t>Tanvi Padole                      (DS83)</a:t>
            </a:r>
          </a:p>
          <a:p>
            <a:pPr algn="ctr">
              <a:defRPr sz="1700">
                <a:solidFill>
                  <a:srgbClr val="232D37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• Rainfall prediction is important for agriculture, water management and disaster prevention.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• Weather conditions change continuously, making accurate prediction difficult.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• Machine Learning can learn patterns from historical weather data.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rPr dirty="0"/>
              <a:t>• Goal: predict rainfall amount or Rain/No Rain from weather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3970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78AA"/>
                </a:solidFill>
              </a:defRPr>
            </a:pPr>
            <a:r>
              <a:rPr dirty="0"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04B"/>
                </a:solidFill>
              </a:defRPr>
            </a:pPr>
            <a:r>
              <a:rPr dirty="0"/>
              <a:t>Predict rainfall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75688"/>
            <a:ext cx="39776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Use historical weather data to estimate rainfall.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78AA"/>
                </a:solidFill>
              </a:defRPr>
            </a:pPr>
            <a:r>
              <a:rPr dirty="0"/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04B"/>
                </a:solidFill>
              </a:defRPr>
            </a:pPr>
            <a:r>
              <a:rPr dirty="0"/>
              <a:t>Find key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75688"/>
            <a:ext cx="39776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Analyze humidity, temperature, pressure and other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68680" y="363931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78AA"/>
                </a:solidFill>
              </a:defRPr>
            </a:pPr>
            <a:r>
              <a:rPr dirty="0"/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79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04B"/>
                </a:solidFill>
              </a:defRPr>
            </a:pPr>
            <a:r>
              <a:rPr dirty="0"/>
              <a:t>Compare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33087"/>
            <a:ext cx="39776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Evaluate multiple ML algorithms.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363931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678AA"/>
                </a:solidFill>
              </a:defRPr>
            </a:pPr>
            <a:r>
              <a:rPr dirty="0"/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611879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2304B"/>
                </a:solidFill>
              </a:defRPr>
            </a:pPr>
            <a:r>
              <a:rPr dirty="0"/>
              <a:t>Easy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33087"/>
            <a:ext cx="39776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rPr dirty="0"/>
              <a:t>Show prediction through a simple dashboard.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Methodology / 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67512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Data 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47672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221992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295144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Data Cleaning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75304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849624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922776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Preprocessing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02936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477256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550408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Feature Selection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30568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7104888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178040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Model Training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58200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732520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805672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Evaluation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85832" y="2478024"/>
            <a:ext cx="246888" cy="256032"/>
          </a:xfrm>
          <a:prstGeom prst="rightArrow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10360152" y="2148840"/>
            <a:ext cx="1325880" cy="96012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433304" y="233172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304B"/>
                </a:solidFill>
              </a:defRPr>
            </a:pPr>
            <a:r>
              <a:rPr dirty="0"/>
              <a:t>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907895" cy="22621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304B"/>
                </a:solidFill>
              </a:defRPr>
            </a:pPr>
            <a:r>
              <a:rPr dirty="0"/>
              <a:t>Input Features</a:t>
            </a:r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Temperature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 •  Humidity 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•  Pressure 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•  Wind Speed 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•  Cloud Cover 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•  Previous Rainfall </a:t>
            </a:r>
            <a:endParaRPr lang="en-US" dirty="0"/>
          </a:p>
          <a:p>
            <a:pPr>
              <a:defRPr sz="1700">
                <a:solidFill>
                  <a:srgbClr val="232D37"/>
                </a:solidFill>
              </a:defRPr>
            </a:pPr>
            <a:r>
              <a:rPr dirty="0"/>
              <a:t> • 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Machine Learning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Algorithms: Linear Regression, Decision Tree, Random Forest and XGBoost.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Python libraries: Pandas, NumPy, Scikit-learn, Matplotlib and Seaborn.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Web application: Flask + HTML + CSS + JavaScript.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Evaluation: MAE, RMSE, R² Score; Accuracy/F1-score for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5074920"/>
            <a:ext cx="2926080" cy="594360"/>
          </a:xfrm>
          <a:prstGeom prst="round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092440" y="51846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/>
              <a:t>⭐ Random Forest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Expected Result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0" cy="411480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3833A-509F-9747-D90E-F34F605F2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85" y="1853085"/>
            <a:ext cx="4731670" cy="33345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477414-9E48-D68B-FD0E-C044D3AD4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788488"/>
            <a:ext cx="4876800" cy="3372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DE86-F36B-4F48-C2EC-EF90E93A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37B729-8ACE-7CDB-11F2-7A87C06EB0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16B01-612F-2F75-C8BE-02B8B1221532}"/>
              </a:ext>
            </a:extLst>
          </p:cNvPr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Expected Result &amp; Applications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25EEC3-33D9-3834-6CBA-5C8A356D35A5}"/>
              </a:ext>
            </a:extLst>
          </p:cNvPr>
          <p:cNvSpPr/>
          <p:nvPr/>
        </p:nvSpPr>
        <p:spPr>
          <a:xfrm>
            <a:off x="731520" y="1417320"/>
            <a:ext cx="5029200" cy="4114800"/>
          </a:xfrm>
          <a:prstGeom prst="roundRect">
            <a:avLst/>
          </a:prstGeom>
          <a:solidFill>
            <a:srgbClr val="EBF6FC"/>
          </a:solidFill>
          <a:ln>
            <a:solidFill>
              <a:srgbClr val="267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A90F9-B820-D527-A018-2048371A8D4D}"/>
              </a:ext>
            </a:extLst>
          </p:cNvPr>
          <p:cNvSpPr txBox="1"/>
          <p:nvPr/>
        </p:nvSpPr>
        <p:spPr>
          <a:xfrm>
            <a:off x="6400800" y="1528424"/>
            <a:ext cx="3491661" cy="25391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04B"/>
                </a:solidFill>
              </a:defRPr>
            </a:pPr>
            <a:r>
              <a:rPr dirty="0"/>
              <a:t>Applications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🌾 Agriculture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💧 Water resource management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🚨 Flood/disaster management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🏙️ Urban planning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🌱 Environmental monitoring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EB8AC-DDA8-A4B7-2469-9091CB81ED0A}"/>
              </a:ext>
            </a:extLst>
          </p:cNvPr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6F92C-47A1-2970-636E-1FF94427E948}"/>
              </a:ext>
            </a:extLst>
          </p:cNvPr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E173E-348E-B177-B43C-3A87C0B5C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50" y="1730478"/>
            <a:ext cx="4652139" cy="330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B"/>
                </a:solidFill>
              </a:defRPr>
            </a:pPr>
            <a:r>
              <a:rPr dirty="0"/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Machine Learning can identify useful patterns from historical weather data.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The proposed system can predict rainfall based on atmospheric conditions.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The model can support agriculture, water management and disaster planning.</a:t>
            </a:r>
          </a:p>
          <a:p>
            <a:pPr>
              <a:spcAft>
                <a:spcPts val="12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Future: real-time weather APIs, LSTM/GRU, 7-day forecasting and flood-risk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304B"/>
                </a:solidFill>
              </a:defRPr>
            </a:pPr>
            <a:r>
              <a:rPr dirty="0"/>
              <a:t>Thank You!  🌧️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26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698480" y="654710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32D37"/>
                </a:solidFill>
              </a:defRPr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321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samaruddhipachpohar136@gmail.com</cp:lastModifiedBy>
  <cp:revision>4</cp:revision>
  <dcterms:created xsi:type="dcterms:W3CDTF">2013-01-27T09:14:16Z</dcterms:created>
  <dcterms:modified xsi:type="dcterms:W3CDTF">2026-08-24T02:16:28Z</dcterms:modified>
  <cp:category/>
</cp:coreProperties>
</file>